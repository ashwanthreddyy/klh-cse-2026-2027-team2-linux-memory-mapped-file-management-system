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ots.jpe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-914400" y="3566160"/>
            <a:ext cx="4206240" cy="4206240"/>
          </a:xfrm>
          <a:prstGeom prst="rect">
            <a:avLst/>
          </a:prstGeom>
        </p:spPr>
      </p:pic>
      <p:pic>
        <p:nvPicPr>
          <p:cNvPr id="3" name="Image 1" descr="/home/claude/klh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56032"/>
            <a:ext cx="1417320" cy="60807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13716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 AND SYSTEMS PROGRAMMING (25CS2104E)</a:t>
            </a:r>
            <a:endParaRPr lang="en-US" sz="1500" dirty="0"/>
          </a:p>
        </p:txBody>
      </p:sp>
      <p:sp>
        <p:nvSpPr>
          <p:cNvPr id="5" name="Text 1"/>
          <p:cNvSpPr txBox="1"/>
          <p:nvPr/>
        </p:nvSpPr>
        <p:spPr>
          <a:xfrm>
            <a:off x="822960" y="2148840"/>
            <a:ext cx="10543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Linux Memory-Mapped File Management System</a:t>
            </a:r>
            <a:endParaRPr lang="en-US" sz="3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34290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 |  Team 2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397764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315968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2520030081 — S. Ashwanth Reddy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2520030518 — P. Naveen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2520030280 — CH. Nripendra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3492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Esteemed Guidance of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562356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Ms. Soumya Enukonda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ots.jpe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-914400" y="3566160"/>
            <a:ext cx="4206240" cy="4206240"/>
          </a:xfrm>
          <a:prstGeom prst="rect">
            <a:avLst/>
          </a:prstGeom>
        </p:spPr>
      </p:pic>
      <p:pic>
        <p:nvPicPr>
          <p:cNvPr id="3" name="Image 1" descr="/home/claude/klh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56032"/>
            <a:ext cx="1417320" cy="60807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246120" y="292608"/>
            <a:ext cx="8641080" cy="548640"/>
          </a:xfrm>
          <a:prstGeom prst="roundRect">
            <a:avLst>
              <a:gd name="adj" fmla="val 13333"/>
            </a:avLst>
          </a:prstGeom>
          <a:solidFill>
            <a:srgbClr val="C00000"/>
          </a:solidFill>
          <a:ln/>
          <a:effectLst>
            <a:outerShdw sx="100000" sy="100000" kx="0" ky="0" algn="bl" rotWithShape="0" blurRad="50800" dist="25400" dir="5400000">
              <a:srgbClr val="999999">
                <a:alpha val="35000"/>
              </a:srgbClr>
            </a:outerShdw>
          </a:effectLst>
        </p:spPr>
      </p:sp>
      <p:sp>
        <p:nvSpPr>
          <p:cNvPr id="5" name="Text 1"/>
          <p:cNvSpPr txBox="1"/>
          <p:nvPr/>
        </p:nvSpPr>
        <p:spPr>
          <a:xfrm>
            <a:off x="3246120" y="292608"/>
            <a:ext cx="8641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Contents</a:t>
            </a:r>
            <a:endParaRPr lang="en-US" sz="22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8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8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18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Concepts / Linux APIs Used</a:t>
            </a:r>
            <a:endParaRPr lang="en-US" sz="18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Contribution</a:t>
            </a:r>
            <a:endParaRPr lang="en-US" sz="18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/ Platforms / Software Used</a:t>
            </a:r>
            <a:endParaRPr lang="en-US" sz="18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8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 &amp; Conclusion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ots.jpe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-914400" y="3566160"/>
            <a:ext cx="4206240" cy="4206240"/>
          </a:xfrm>
          <a:prstGeom prst="rect">
            <a:avLst/>
          </a:prstGeom>
        </p:spPr>
      </p:pic>
      <p:pic>
        <p:nvPicPr>
          <p:cNvPr id="3" name="Image 1" descr="/home/claude/klh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56032"/>
            <a:ext cx="1417320" cy="60807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246120" y="292608"/>
            <a:ext cx="8641080" cy="548640"/>
          </a:xfrm>
          <a:prstGeom prst="roundRect">
            <a:avLst>
              <a:gd name="adj" fmla="val 13333"/>
            </a:avLst>
          </a:prstGeom>
          <a:solidFill>
            <a:srgbClr val="C00000"/>
          </a:solidFill>
          <a:ln/>
          <a:effectLst>
            <a:outerShdw sx="100000" sy="100000" kx="0" ky="0" algn="bl" rotWithShape="0" blurRad="50800" dist="25400" dir="5400000">
              <a:srgbClr val="999999">
                <a:alpha val="35000"/>
              </a:srgbClr>
            </a:outerShdw>
          </a:effectLst>
        </p:spPr>
      </p:sp>
      <p:sp>
        <p:nvSpPr>
          <p:cNvPr id="5" name="Text 1"/>
          <p:cNvSpPr txBox="1"/>
          <p:nvPr/>
        </p:nvSpPr>
        <p:spPr>
          <a:xfrm>
            <a:off x="3246120" y="292608"/>
            <a:ext cx="8641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Abstract</a:t>
            </a:r>
            <a:endParaRPr lang="en-US" sz="22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118872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Memory-mapped file I/O is a mechanism provided by the Linux kernel that allows a file's contents to be mapped directly into a process's virtual address space, enabling applications to access file data using simple memory operations instead of traditional read()/write() system calls.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269748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file I/O involves repeated context switches and data copying between kernel and user space buffers, which becomes a performance bottleneck for large files or frequent access. This project proposes a Linux Memory-Mapped File Management System using mmap(), munmap(), and msync() to provide efficient, low-overhead file access.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2062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demonstrates core OS concepts — virtual memory management, page tables, demand paging, and page fault handling — while safely synchronizing in-memory changes back to persistent storage, and compares performance against standard file I/O.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ots.jpe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-914400" y="3566160"/>
            <a:ext cx="4206240" cy="4206240"/>
          </a:xfrm>
          <a:prstGeom prst="rect">
            <a:avLst/>
          </a:prstGeom>
        </p:spPr>
      </p:pic>
      <p:pic>
        <p:nvPicPr>
          <p:cNvPr id="3" name="Image 1" descr="/home/claude/klh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56032"/>
            <a:ext cx="1417320" cy="60807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246120" y="292608"/>
            <a:ext cx="8641080" cy="548640"/>
          </a:xfrm>
          <a:prstGeom prst="roundRect">
            <a:avLst>
              <a:gd name="adj" fmla="val 13333"/>
            </a:avLst>
          </a:prstGeom>
          <a:solidFill>
            <a:srgbClr val="C00000"/>
          </a:solidFill>
          <a:ln/>
          <a:effectLst>
            <a:outerShdw sx="100000" sy="100000" kx="0" ky="0" algn="bl" rotWithShape="0" blurRad="50800" dist="25400" dir="5400000">
              <a:srgbClr val="999999">
                <a:alpha val="35000"/>
              </a:srgbClr>
            </a:outerShdw>
          </a:effectLst>
        </p:spPr>
      </p:sp>
      <p:sp>
        <p:nvSpPr>
          <p:cNvPr id="5" name="Text 1"/>
          <p:cNvSpPr txBox="1"/>
          <p:nvPr/>
        </p:nvSpPr>
        <p:spPr>
          <a:xfrm>
            <a:off x="3246120" y="292608"/>
            <a:ext cx="8641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1371600"/>
            <a:ext cx="11064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file access methods in Linux, such as read() and write(), require data to be copied between kernel space and user space — introducing CPU overhead and reducing performance, especially for large files or frequent access.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3108960"/>
            <a:ext cx="11064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addresses the issue by designing a memory-mapped file management system using the Linux mmap() system call. By mapping files directly into a process's address space, efficient file access is achieved through virtual memory and demand paging.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ots.jpe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-914400" y="3566160"/>
            <a:ext cx="4206240" cy="4206240"/>
          </a:xfrm>
          <a:prstGeom prst="rect">
            <a:avLst/>
          </a:prstGeom>
        </p:spPr>
      </p:pic>
      <p:pic>
        <p:nvPicPr>
          <p:cNvPr id="3" name="Image 1" descr="/home/claude/klh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56032"/>
            <a:ext cx="1417320" cy="60807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246120" y="292608"/>
            <a:ext cx="8641080" cy="548640"/>
          </a:xfrm>
          <a:prstGeom prst="roundRect">
            <a:avLst>
              <a:gd name="adj" fmla="val 13333"/>
            </a:avLst>
          </a:prstGeom>
          <a:solidFill>
            <a:srgbClr val="C00000"/>
          </a:solidFill>
          <a:ln/>
          <a:effectLst>
            <a:outerShdw sx="100000" sy="100000" kx="0" ky="0" algn="bl" rotWithShape="0" blurRad="50800" dist="25400" dir="5400000">
              <a:srgbClr val="999999">
                <a:alpha val="35000"/>
              </a:srgbClr>
            </a:outerShdw>
          </a:effectLst>
        </p:spPr>
      </p:sp>
      <p:sp>
        <p:nvSpPr>
          <p:cNvPr id="5" name="Text 1"/>
          <p:cNvSpPr txBox="1"/>
          <p:nvPr/>
        </p:nvSpPr>
        <p:spPr>
          <a:xfrm>
            <a:off x="3246120" y="292608"/>
            <a:ext cx="8641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Objectives</a:t>
            </a:r>
            <a:endParaRPr lang="en-US" sz="22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1371600"/>
            <a:ext cx="1106424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and understand the Linux mmap() system call and its role in virtual memory management.</a:t>
            </a:r>
            <a:endParaRPr lang="en-US" sz="18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implement a file management system that uses memory mapping for reading and writing files.</a:t>
            </a:r>
            <a:endParaRPr lang="en-US" sz="18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synchronization of mapped memory changes to disk using msync() and safe unmapping using munmap().</a:t>
            </a:r>
            <a:endParaRPr lang="en-US" sz="18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performance of memory-mapped file I/O with traditional read()/write() based file I/O.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ots.jpe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-914400" y="3566160"/>
            <a:ext cx="4206240" cy="4206240"/>
          </a:xfrm>
          <a:prstGeom prst="rect">
            <a:avLst/>
          </a:prstGeom>
        </p:spPr>
      </p:pic>
      <p:pic>
        <p:nvPicPr>
          <p:cNvPr id="3" name="Image 1" descr="/home/claude/klh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56032"/>
            <a:ext cx="1417320" cy="60807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246120" y="292608"/>
            <a:ext cx="8641080" cy="548640"/>
          </a:xfrm>
          <a:prstGeom prst="roundRect">
            <a:avLst>
              <a:gd name="adj" fmla="val 13333"/>
            </a:avLst>
          </a:prstGeom>
          <a:solidFill>
            <a:srgbClr val="C00000"/>
          </a:solidFill>
          <a:ln/>
          <a:effectLst>
            <a:outerShdw sx="100000" sy="100000" kx="0" ky="0" algn="bl" rotWithShape="0" blurRad="50800" dist="25400" dir="5400000">
              <a:srgbClr val="999999">
                <a:alpha val="35000"/>
              </a:srgbClr>
            </a:outerShdw>
          </a:effectLst>
        </p:spPr>
      </p:sp>
      <p:sp>
        <p:nvSpPr>
          <p:cNvPr id="5" name="Text 1"/>
          <p:cNvSpPr txBox="1"/>
          <p:nvPr/>
        </p:nvSpPr>
        <p:spPr>
          <a:xfrm>
            <a:off x="3246120" y="292608"/>
            <a:ext cx="8641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Methodology</a:t>
            </a:r>
            <a:endParaRPr lang="en-US" sz="22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1143000"/>
            <a:ext cx="1106424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in C on a Linux/Ubuntu platform using standard POSIX APIs.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target file with open() to obtain a file descriptor.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file into the process's virtual address space using mmap().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the mapped region through command-line operations: read, write, and search within the file.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Flush modifications back to disk using msync(), keeping memory and disk consistent.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Unmap with munmap() and close file descriptors to release system resources.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errors such as invalid file sizes, permission issues, and page faults.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memory-mapped I/O against conventional read()/write() to evaluate speed and efficiency.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ots.jpe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-914400" y="3566160"/>
            <a:ext cx="4206240" cy="4206240"/>
          </a:xfrm>
          <a:prstGeom prst="rect">
            <a:avLst/>
          </a:prstGeom>
        </p:spPr>
      </p:pic>
      <p:pic>
        <p:nvPicPr>
          <p:cNvPr id="3" name="Image 1" descr="/home/claude/klh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56032"/>
            <a:ext cx="1417320" cy="60807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246120" y="292608"/>
            <a:ext cx="8641080" cy="548640"/>
          </a:xfrm>
          <a:prstGeom prst="roundRect">
            <a:avLst>
              <a:gd name="adj" fmla="val 13333"/>
            </a:avLst>
          </a:prstGeom>
          <a:solidFill>
            <a:srgbClr val="C00000"/>
          </a:solidFill>
          <a:ln/>
          <a:effectLst>
            <a:outerShdw sx="100000" sy="100000" kx="0" ky="0" algn="bl" rotWithShape="0" blurRad="50800" dist="25400" dir="5400000">
              <a:srgbClr val="999999">
                <a:alpha val="35000"/>
              </a:srgbClr>
            </a:outerShdw>
          </a:effectLst>
        </p:spPr>
      </p:sp>
      <p:sp>
        <p:nvSpPr>
          <p:cNvPr id="5" name="Text 1"/>
          <p:cNvSpPr txBox="1"/>
          <p:nvPr/>
        </p:nvSpPr>
        <p:spPr>
          <a:xfrm>
            <a:off x="3246120" y="292608"/>
            <a:ext cx="8641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OS Concepts / Linux APIs Used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858000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Concept / API / System 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 in the Project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mmap()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Maps a file's contents directly into the process's virtual address space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munmap()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Unmaps memory-mapped regions and releases virtual address space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Descriptors (open(), close())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Provides file handles required as the basis for mmap() operations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msync()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Synchronizes changes in mapped memory back to the disk file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 Memory Management / Page Tables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Handles mapping of virtual pages to physical memory frames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Fault Handling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Manages demand paging when accessing mapped memory regions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ots.jpe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-914400" y="3566160"/>
            <a:ext cx="4206240" cy="4206240"/>
          </a:xfrm>
          <a:prstGeom prst="rect">
            <a:avLst/>
          </a:prstGeom>
        </p:spPr>
      </p:pic>
      <p:pic>
        <p:nvPicPr>
          <p:cNvPr id="3" name="Image 1" descr="/home/claude/klh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56032"/>
            <a:ext cx="1417320" cy="60807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246120" y="292608"/>
            <a:ext cx="8641080" cy="548640"/>
          </a:xfrm>
          <a:prstGeom prst="roundRect">
            <a:avLst>
              <a:gd name="adj" fmla="val 13333"/>
            </a:avLst>
          </a:prstGeom>
          <a:solidFill>
            <a:srgbClr val="C00000"/>
          </a:solidFill>
          <a:ln/>
          <a:effectLst>
            <a:outerShdw sx="100000" sy="100000" kx="0" ky="0" algn="bl" rotWithShape="0" blurRad="50800" dist="25400" dir="5400000">
              <a:srgbClr val="999999">
                <a:alpha val="35000"/>
              </a:srgbClr>
            </a:outerShdw>
          </a:effectLst>
        </p:spPr>
      </p:sp>
      <p:sp>
        <p:nvSpPr>
          <p:cNvPr id="5" name="Text 1"/>
          <p:cNvSpPr txBox="1"/>
          <p:nvPr/>
        </p:nvSpPr>
        <p:spPr>
          <a:xfrm>
            <a:off x="3246120" y="292608"/>
            <a:ext cx="8641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Individual Contribution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560320"/>
                <a:gridCol w="6675120"/>
              </a:tblGrid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 Number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Individual Responsibility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2520030081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 Ashwanth Reddy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and implementation of the core mmap()-based file mapping module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2520030518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P. Naveen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 of synchronization (msync()) and unmapping (munmap()) logic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2520030280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CH. Nripendra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testing, benchmarking, and documentation / report preparation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ots.jpe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-914400" y="3566160"/>
            <a:ext cx="4206240" cy="4206240"/>
          </a:xfrm>
          <a:prstGeom prst="rect">
            <a:avLst/>
          </a:prstGeom>
        </p:spPr>
      </p:pic>
      <p:pic>
        <p:nvPicPr>
          <p:cNvPr id="3" name="Image 1" descr="/home/claude/klh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56032"/>
            <a:ext cx="1417320" cy="60807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246120" y="292608"/>
            <a:ext cx="8641080" cy="548640"/>
          </a:xfrm>
          <a:prstGeom prst="roundRect">
            <a:avLst>
              <a:gd name="adj" fmla="val 13333"/>
            </a:avLst>
          </a:prstGeom>
          <a:solidFill>
            <a:srgbClr val="C00000"/>
          </a:solidFill>
          <a:ln/>
          <a:effectLst>
            <a:outerShdw sx="100000" sy="100000" kx="0" ky="0" algn="bl" rotWithShape="0" blurRad="50800" dist="25400" dir="5400000">
              <a:srgbClr val="999999">
                <a:alpha val="35000"/>
              </a:srgbClr>
            </a:outerShdw>
          </a:effectLst>
        </p:spPr>
      </p:sp>
      <p:sp>
        <p:nvSpPr>
          <p:cNvPr id="5" name="Text 1"/>
          <p:cNvSpPr txBox="1"/>
          <p:nvPr/>
        </p:nvSpPr>
        <p:spPr>
          <a:xfrm>
            <a:off x="3246120" y="292608"/>
            <a:ext cx="8641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Tools / Platforms / Software Used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7040880"/>
              </a:tblGrid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/ Platform / Software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Linux / Ubuntu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Development and testing environment for the system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/ C++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 of the system using Linux system calls and POSIX APIs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GCC / Make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Compilation and build automation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GDB / Valgrind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Debugging and memory analysis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/ GitHub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control and collaborative development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ots.jpe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-914400" y="3566160"/>
            <a:ext cx="4206240" cy="4206240"/>
          </a:xfrm>
          <a:prstGeom prst="rect">
            <a:avLst/>
          </a:prstGeom>
        </p:spPr>
      </p:pic>
      <p:pic>
        <p:nvPicPr>
          <p:cNvPr id="3" name="Image 1" descr="/home/claude/klh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56032"/>
            <a:ext cx="1417320" cy="60807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246120" y="292608"/>
            <a:ext cx="8641080" cy="548640"/>
          </a:xfrm>
          <a:prstGeom prst="roundRect">
            <a:avLst>
              <a:gd name="adj" fmla="val 13333"/>
            </a:avLst>
          </a:prstGeom>
          <a:solidFill>
            <a:srgbClr val="C00000"/>
          </a:solidFill>
          <a:ln/>
          <a:effectLst>
            <a:outerShdw sx="100000" sy="100000" kx="0" ky="0" algn="bl" rotWithShape="0" blurRad="50800" dist="25400" dir="5400000">
              <a:srgbClr val="999999">
                <a:alpha val="35000"/>
              </a:srgbClr>
            </a:outerShdw>
          </a:effectLst>
        </p:spPr>
      </p:sp>
      <p:sp>
        <p:nvSpPr>
          <p:cNvPr id="5" name="Text 1"/>
          <p:cNvSpPr txBox="1"/>
          <p:nvPr/>
        </p:nvSpPr>
        <p:spPr>
          <a:xfrm>
            <a:off x="3246120" y="292608"/>
            <a:ext cx="8641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Outcome</a:t>
            </a:r>
            <a:endParaRPr lang="en-US" sz="22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1371600"/>
            <a:ext cx="1106424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Linux-based command-line utility to map files into memory and perform read, write, and search operations efficiently using memory-mapped I/O.</a:t>
            </a:r>
            <a:endParaRPr lang="en-US" sz="17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synchronization of changes back to disk, and safe release of mapped memory and file resources.</a:t>
            </a:r>
            <a:endParaRPr lang="en-US" sz="17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evaluation showing memory-mapped file access outperforming traditional file I/O for large files and frequent access patterns.</a:t>
            </a:r>
            <a:endParaRPr lang="en-US" sz="17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CPU overhead by eliminating unnecessary data copies between kernel and user space.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ots.jpe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-914400" y="3566160"/>
            <a:ext cx="4206240" cy="4206240"/>
          </a:xfrm>
          <a:prstGeom prst="rect">
            <a:avLst/>
          </a:prstGeom>
        </p:spPr>
      </p:pic>
      <p:pic>
        <p:nvPicPr>
          <p:cNvPr id="3" name="Image 1" descr="/home/claude/klh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56032"/>
            <a:ext cx="1417320" cy="60807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246120" y="292608"/>
            <a:ext cx="8641080" cy="548640"/>
          </a:xfrm>
          <a:prstGeom prst="roundRect">
            <a:avLst>
              <a:gd name="adj" fmla="val 13333"/>
            </a:avLst>
          </a:prstGeom>
          <a:solidFill>
            <a:srgbClr val="C00000"/>
          </a:solidFill>
          <a:ln/>
          <a:effectLst>
            <a:outerShdw sx="100000" sy="100000" kx="0" ky="0" algn="bl" rotWithShape="0" blurRad="50800" dist="25400" dir="5400000">
              <a:srgbClr val="999999">
                <a:alpha val="35000"/>
              </a:srgbClr>
            </a:outerShdw>
          </a:effectLst>
        </p:spPr>
      </p:sp>
      <p:sp>
        <p:nvSpPr>
          <p:cNvPr id="5" name="Text 1"/>
          <p:cNvSpPr txBox="1"/>
          <p:nvPr/>
        </p:nvSpPr>
        <p:spPr>
          <a:xfrm>
            <a:off x="3246120" y="292608"/>
            <a:ext cx="8641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GitHub Repository &amp; Conclusion</a:t>
            </a:r>
            <a:endParaRPr lang="en-US" sz="22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GitHub Repository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162763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https://github.com/ashwanthreddyy/OSSP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23317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2697480"/>
            <a:ext cx="110642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Memory-mapped I/O (mmap(), munmap(), msync()) enables efficient, low-overhead file access by avoiding unnecessary kernel-to-user data copies.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reinforces core OS concepts: virtual memory management, demand paging, and page fault handling.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results are expected to demonstrate clear performance gains over traditional read()/write() I/O for large or frequently accessed files.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includes extending the tool with multi-threaded access, memory-mapped databases, and support for larger-than-RAM files via partial mapping.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ots.jpe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-914400" y="3566160"/>
            <a:ext cx="4206240" cy="4206240"/>
          </a:xfrm>
          <a:prstGeom prst="rect">
            <a:avLst/>
          </a:prstGeom>
        </p:spPr>
      </p:pic>
      <p:pic>
        <p:nvPicPr>
          <p:cNvPr id="3" name="Image 1" descr="/home/claude/klh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56032"/>
            <a:ext cx="1417320" cy="60807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453128" y="2880360"/>
            <a:ext cx="3291840" cy="1097280"/>
          </a:xfrm>
          <a:prstGeom prst="roundRect">
            <a:avLst>
              <a:gd name="adj" fmla="val 8333"/>
            </a:avLst>
          </a:prstGeom>
          <a:solidFill>
            <a:srgbClr val="C00000"/>
          </a:solidFill>
          <a:ln/>
          <a:effectLst>
            <a:outerShdw sx="100000" sy="100000" kx="0" ky="0" algn="bl" rotWithShape="0" blurRad="50800" dist="25400" dir="5400000">
              <a:srgbClr val="999999">
                <a:alpha val="35000"/>
              </a:srgbClr>
            </a:outerShdw>
          </a:effectLst>
        </p:spPr>
      </p:sp>
      <p:sp>
        <p:nvSpPr>
          <p:cNvPr id="5" name="Text 1"/>
          <p:cNvSpPr txBox="1"/>
          <p:nvPr/>
        </p:nvSpPr>
        <p:spPr>
          <a:xfrm>
            <a:off x="4453128" y="288036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2026-08-31T04:37:53Z</dcterms:created>
  <dcterms:modified xsi:type="dcterms:W3CDTF">2026-08-31T04:37:53Z</dcterms:modified>
</cp:coreProperties>
</file>